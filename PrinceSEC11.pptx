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7" r:id="rId5"/>
    <p:sldId id="26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9" r:id="rId14"/>
    <p:sldId id="266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150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roup 450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52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3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4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5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6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7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8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9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0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1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2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3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4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5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6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7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1283114" y="1168329"/>
            <a:ext cx="6586124" cy="4537816"/>
            <a:chOff x="1283114" y="1168329"/>
            <a:chExt cx="6586124" cy="4537816"/>
          </a:xfrm>
        </p:grpSpPr>
        <p:sp>
          <p:nvSpPr>
            <p:cNvPr id="39" name="Rectangle 38"/>
            <p:cNvSpPr/>
            <p:nvPr/>
          </p:nvSpPr>
          <p:spPr>
            <a:xfrm>
              <a:off x="1283114" y="1168329"/>
              <a:ext cx="658612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283114" y="1973001"/>
              <a:ext cx="658612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1" name="Isosceles Triangle 39"/>
            <p:cNvSpPr/>
            <p:nvPr/>
          </p:nvSpPr>
          <p:spPr>
            <a:xfrm rot="10800000">
              <a:off x="4362524" y="5355082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9091" y="2055278"/>
            <a:ext cx="6428445" cy="1810636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4800" spc="-113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9091" y="3941492"/>
            <a:ext cx="6428445" cy="1334120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5006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6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0" name="Group 1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21" name="Rectangle 2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8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7" y="803186"/>
            <a:ext cx="4091410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695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roup 773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775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6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7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8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9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0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1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2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3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4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5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6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7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8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9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0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2403476" y="1158902"/>
            <a:ext cx="4317684" cy="4537816"/>
            <a:chOff x="2403476" y="1158902"/>
            <a:chExt cx="4317684" cy="4537816"/>
          </a:xfrm>
        </p:grpSpPr>
        <p:sp>
          <p:nvSpPr>
            <p:cNvPr id="28" name="Rectangle 27"/>
            <p:cNvSpPr/>
            <p:nvPr/>
          </p:nvSpPr>
          <p:spPr>
            <a:xfrm>
              <a:off x="2403476" y="1158902"/>
              <a:ext cx="431768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2403476" y="1963574"/>
              <a:ext cx="431768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73" name="Isosceles Triangle 28"/>
            <p:cNvSpPr/>
            <p:nvPr/>
          </p:nvSpPr>
          <p:spPr>
            <a:xfrm rot="10800000">
              <a:off x="4358702" y="5345655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148" y="2028827"/>
            <a:ext cx="4162952" cy="1732474"/>
          </a:xfrm>
        </p:spPr>
        <p:txBody>
          <a:bodyPr bIns="0" anchor="b">
            <a:normAutofit/>
          </a:bodyPr>
          <a:lstStyle>
            <a:lvl1pPr algn="ctr"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148" y="3843338"/>
            <a:ext cx="4162952" cy="1426097"/>
          </a:xfrm>
        </p:spPr>
        <p:txBody>
          <a:bodyPr tIns="0">
            <a:normAutofit/>
          </a:bodyPr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21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4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2" name="Group 6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3" name="Rectangle 6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5" name="Rectangle 6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068"/>
            <a:ext cx="3122163" cy="245980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23014" y="804029"/>
            <a:ext cx="4091674" cy="24593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20283" y="3585104"/>
            <a:ext cx="4094404" cy="24706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110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39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0" name="Rectangle 59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848"/>
            <a:ext cx="3122163" cy="245902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612" y="802200"/>
            <a:ext cx="3805123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6636" y="1487999"/>
            <a:ext cx="3804674" cy="1775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95010" y="3585518"/>
            <a:ext cx="3819675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95010" y="4270332"/>
            <a:ext cx="3819675" cy="17854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475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77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0" name="Group 3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1" name="Rectangle 4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Rectangle 4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759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901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8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2" name="Group 4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3" name="Rectangle 4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5" name="Rectangle 4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1225399"/>
          </a:xfrm>
        </p:spPr>
        <p:txBody>
          <a:bodyPr bIns="0" anchor="b">
            <a:noAutofit/>
          </a:bodyPr>
          <a:lstStyle>
            <a:lvl1pPr algn="ctr">
              <a:defRPr sz="28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6" y="801390"/>
            <a:ext cx="4095643" cy="524949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5554" y="3575324"/>
            <a:ext cx="3112047" cy="123955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286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roup 428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30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1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2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3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4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5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6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7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8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9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0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1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2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3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4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5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644463" y="1698332"/>
            <a:ext cx="4357752" cy="3470420"/>
            <a:chOff x="644463" y="1698332"/>
            <a:chExt cx="4357752" cy="3470420"/>
          </a:xfrm>
        </p:grpSpPr>
        <p:sp>
          <p:nvSpPr>
            <p:cNvPr id="77" name="Rectangle 76"/>
            <p:cNvSpPr/>
            <p:nvPr/>
          </p:nvSpPr>
          <p:spPr>
            <a:xfrm>
              <a:off x="644463" y="1698332"/>
              <a:ext cx="4357752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644463" y="2274404"/>
              <a:ext cx="43577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7" name="Isosceles Triangle 9"/>
            <p:cNvSpPr/>
            <p:nvPr/>
          </p:nvSpPr>
          <p:spPr>
            <a:xfrm rot="10800000">
              <a:off x="2665346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4676" y="0"/>
            <a:ext cx="3489324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85" y="2336402"/>
            <a:ext cx="4197666" cy="1265539"/>
          </a:xfrm>
        </p:spPr>
        <p:txBody>
          <a:bodyPr bIns="0" anchor="b">
            <a:normAutofit/>
          </a:bodyPr>
          <a:lstStyle>
            <a:lvl1pPr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2314" y="3601941"/>
            <a:ext cx="4199254" cy="121453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4358641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315463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674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32" name="Group 3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2" name="Rectangle 41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Rectangle 43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786" y="2349926"/>
            <a:ext cx="3113815" cy="2472774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15686" y="794719"/>
            <a:ext cx="4095643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13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/>
          <p:nvPr/>
        </p:nvGrpSpPr>
        <p:grpSpPr>
          <a:xfrm flipH="1">
            <a:off x="0" y="0"/>
            <a:ext cx="9421759" cy="6858001"/>
            <a:chOff x="1243013" y="0"/>
            <a:chExt cx="9402763" cy="6858001"/>
          </a:xfrm>
        </p:grpSpPr>
        <p:sp>
          <p:nvSpPr>
            <p:cNvPr id="5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85" name="Group 84"/>
          <p:cNvGrpSpPr/>
          <p:nvPr/>
        </p:nvGrpSpPr>
        <p:grpSpPr>
          <a:xfrm>
            <a:off x="5228134" y="1699589"/>
            <a:ext cx="3286552" cy="3470421"/>
            <a:chOff x="640080" y="1699589"/>
            <a:chExt cx="3286552" cy="3470421"/>
          </a:xfrm>
        </p:grpSpPr>
        <p:sp>
          <p:nvSpPr>
            <p:cNvPr id="86" name="Rectangle 85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7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8" name="Rectangle 87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13609" y="2349924"/>
            <a:ext cx="3112047" cy="2464951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258" y="802808"/>
            <a:ext cx="4118291" cy="52548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414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5554" y="2349925"/>
            <a:ext cx="3112047" cy="2464952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5687" y="794719"/>
            <a:ext cx="4079089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320040"/>
            <a:ext cx="27432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0080" y="6227064"/>
            <a:ext cx="7854696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8976" y="320040"/>
            <a:ext cx="6858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704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lnSpc>
          <a:spcPct val="85000"/>
        </a:lnSpc>
        <a:spcBef>
          <a:spcPct val="0"/>
        </a:spcBef>
        <a:buNone/>
        <a:defRPr sz="3200" b="0" i="0" kern="1200" cap="none" spc="-113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9091" y="1758098"/>
            <a:ext cx="6428445" cy="1810636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Attendance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9091" y="3794760"/>
            <a:ext cx="6428445" cy="1480852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Submitted By:</a:t>
            </a:r>
            <a:br>
              <a:rPr lang="en-US" dirty="0"/>
            </a:br>
            <a:r>
              <a:rPr lang="en-US" dirty="0"/>
              <a:t>Name: </a:t>
            </a:r>
            <a:r>
              <a:rPr lang="en-US" b="1" dirty="0"/>
              <a:t>PRINCE .</a:t>
            </a:r>
            <a:br>
              <a:rPr lang="en-US" dirty="0"/>
            </a:br>
            <a:r>
              <a:rPr lang="en-US" dirty="0"/>
              <a:t>Section: </a:t>
            </a:r>
            <a:r>
              <a:rPr lang="en-US" b="1" dirty="0"/>
              <a:t>11</a:t>
            </a:r>
            <a:br>
              <a:rPr lang="en-US" dirty="0"/>
            </a:br>
            <a:r>
              <a:rPr lang="en-US" dirty="0"/>
              <a:t>Roll No: </a:t>
            </a:r>
            <a:r>
              <a:rPr lang="en-US" b="1" dirty="0"/>
              <a:t>25SCSE1690041</a:t>
            </a:r>
            <a:endParaRPr lang="en-US" dirty="0"/>
          </a:p>
          <a:p>
            <a:r>
              <a:rPr lang="en-US" b="1" dirty="0"/>
              <a:t>Subject:</a:t>
            </a:r>
            <a:r>
              <a:rPr lang="en-US" dirty="0"/>
              <a:t> C Programming</a:t>
            </a:r>
            <a:br>
              <a:rPr lang="en-US" dirty="0"/>
            </a:br>
            <a:r>
              <a:rPr lang="en-US" b="1" dirty="0"/>
              <a:t>Submitted To:</a:t>
            </a:r>
            <a:r>
              <a:rPr lang="en-US" dirty="0"/>
              <a:t> Mr. Akhilesh Kumar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Attendance management is an important task in educational institutions.</a:t>
            </a:r>
          </a:p>
          <a:p>
            <a:r>
              <a:rPr lang="en-US" dirty="0"/>
              <a:t>Manual attendance system is time-consuming and error-prone.</a:t>
            </a:r>
          </a:p>
          <a:p>
            <a:r>
              <a:rPr lang="en-US" dirty="0"/>
              <a:t>This project is developed using C programming language to manage student attendance digitally.</a:t>
            </a:r>
          </a:p>
          <a:p>
            <a:r>
              <a:rPr lang="en-US" dirty="0"/>
              <a:t>It helps in maintaining attendance records in an organized manner.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Manual attendance requires a lot of paperwork.</a:t>
            </a:r>
          </a:p>
          <a:p>
            <a:r>
              <a:rPr lang="en-US" dirty="0"/>
              <a:t>Data can be lost or duplicated easily.</a:t>
            </a:r>
          </a:p>
          <a:p>
            <a:r>
              <a:rPr lang="en-US" dirty="0"/>
              <a:t>Maintaining attendance for large classes is difficult.</a:t>
            </a:r>
          </a:p>
          <a:p>
            <a:r>
              <a:rPr lang="en-US" dirty="0"/>
              <a:t>There is no permanent record storage in traditional methods.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0166B-5178-C447-652C-B3A49D355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C7BEA-B278-4D98-66EA-7E94F3E8F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 develop a simple attendance management system using C language.</a:t>
            </a:r>
          </a:p>
          <a:p>
            <a:r>
              <a:rPr lang="en-IN" dirty="0"/>
              <a:t>To store student details permanently using file handling.</a:t>
            </a:r>
          </a:p>
          <a:p>
            <a:r>
              <a:rPr lang="en-IN" dirty="0"/>
              <a:t>To avoid duplicate roll numbers.</a:t>
            </a:r>
          </a:p>
          <a:p>
            <a:r>
              <a:rPr lang="en-IN" dirty="0"/>
              <a:t>To mark and view attendance easily.</a:t>
            </a:r>
          </a:p>
        </p:txBody>
      </p:sp>
    </p:spTree>
    <p:extLst>
      <p:ext uri="{BB962C8B-B14F-4D97-AF65-F5344CB8AC3E}">
        <p14:creationId xmlns:p14="http://schemas.microsoft.com/office/powerpoint/2010/main" val="600705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0BE1B-4D00-F6DC-E411-D37E4BC07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B0DAF-D146-FFBF-0120-4627F1994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Suitable for small schools and colleges.</a:t>
            </a:r>
          </a:p>
          <a:p>
            <a:r>
              <a:rPr lang="en-US" dirty="0"/>
              <a:t>Can be used by teachers for daily attendance.</a:t>
            </a:r>
          </a:p>
          <a:p>
            <a:r>
              <a:rPr lang="en-US" dirty="0"/>
              <a:t>Useful for students record management.</a:t>
            </a:r>
          </a:p>
          <a:p>
            <a:r>
              <a:rPr lang="en-US" dirty="0"/>
              <a:t>Can be enhanced in future with more features.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5682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Technology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Programming Language: C</a:t>
            </a:r>
          </a:p>
          <a:p>
            <a:r>
              <a:rPr lang="en-IN" dirty="0"/>
              <a:t>Editor: Visual Studio Code</a:t>
            </a:r>
          </a:p>
          <a:p>
            <a:r>
              <a:rPr lang="en-IN" dirty="0"/>
              <a:t>Compiler: GCC</a:t>
            </a:r>
          </a:p>
          <a:p>
            <a:r>
              <a:rPr lang="en-IN" dirty="0"/>
              <a:t>Concepts Used: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Structure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File Handling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Functions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Menu Driven Program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project follows a menu-driven approach.</a:t>
            </a:r>
          </a:p>
          <a:p>
            <a:r>
              <a:rPr lang="en-US" dirty="0"/>
              <a:t>User selects options from the menu.</a:t>
            </a:r>
          </a:p>
          <a:p>
            <a:r>
              <a:rPr lang="en-US" dirty="0"/>
              <a:t>Each option performs a specific function.</a:t>
            </a:r>
          </a:p>
          <a:p>
            <a:r>
              <a:rPr lang="en-US" dirty="0"/>
              <a:t>Data is stored and retrieved using files.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Structure is used to store student information.</a:t>
            </a:r>
          </a:p>
          <a:p>
            <a:r>
              <a:rPr lang="en-US" dirty="0"/>
              <a:t>It contains: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Roll Number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Student Name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Attendance Status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5EC47A-0C8E-E03F-16A4-583DF5664E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750" t="50000" r="51750" b="35333"/>
          <a:stretch>
            <a:fillRect/>
          </a:stretch>
        </p:blipFill>
        <p:spPr>
          <a:xfrm>
            <a:off x="5742709" y="2343150"/>
            <a:ext cx="2944091" cy="1943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File handling is used to store data permanently.</a:t>
            </a:r>
          </a:p>
          <a:p>
            <a:r>
              <a:rPr lang="en-US" dirty="0"/>
              <a:t>Binary file students.dat is used.</a:t>
            </a:r>
          </a:p>
          <a:p>
            <a:r>
              <a:rPr lang="en-US" dirty="0"/>
              <a:t>Functions used: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err="1"/>
              <a:t>fopen</a:t>
            </a:r>
            <a:r>
              <a:rPr lang="en-US" dirty="0"/>
              <a:t>()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err="1"/>
              <a:t>fread</a:t>
            </a:r>
            <a:r>
              <a:rPr lang="en-US" dirty="0"/>
              <a:t>()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err="1"/>
              <a:t>fwrite</a:t>
            </a:r>
            <a:r>
              <a:rPr lang="en-US" dirty="0"/>
              <a:t>()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err="1"/>
              <a:t>fseek</a:t>
            </a:r>
            <a:r>
              <a:rPr lang="en-US" dirty="0"/>
              <a:t>()</a:t>
            </a:r>
          </a:p>
          <a:p>
            <a:r>
              <a:rPr lang="en-US" dirty="0"/>
              <a:t>Data remains safe even after program exit.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Roll Number Handling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Roll number must be unique for every student.</a:t>
            </a:r>
          </a:p>
          <a:p>
            <a:r>
              <a:rPr lang="en-US" dirty="0"/>
              <a:t>Before adding a student, the file is scanned.</a:t>
            </a:r>
          </a:p>
          <a:p>
            <a:r>
              <a:rPr lang="en-US" dirty="0"/>
              <a:t>If roll number already exists, the record is not added.</a:t>
            </a:r>
          </a:p>
          <a:p>
            <a:r>
              <a:rPr lang="en-US" dirty="0"/>
              <a:t>This ensures data accuracy.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Functionalities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new student</a:t>
            </a:r>
          </a:p>
          <a:p>
            <a:r>
              <a:rPr lang="en-US" dirty="0"/>
              <a:t>View all students</a:t>
            </a:r>
          </a:p>
          <a:p>
            <a:r>
              <a:rPr lang="en-US" dirty="0"/>
              <a:t>Mark attendance (Present/Absent)</a:t>
            </a:r>
          </a:p>
          <a:p>
            <a:r>
              <a:rPr lang="en-US" dirty="0"/>
              <a:t>View attendance record</a:t>
            </a:r>
          </a:p>
          <a:p>
            <a:r>
              <a:rPr lang="en-US" dirty="0"/>
              <a:t>Exit the system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7" y="1680210"/>
            <a:ext cx="4091410" cy="3234690"/>
          </a:xfrm>
        </p:spPr>
        <p:txBody>
          <a:bodyPr numCol="2"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Easy to use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Time saving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Reduces paperwork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Avoids duplication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Secure data storage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Console based application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No graphical user interface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Date-wise attendance not available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Suitable only for small institutions</a:t>
            </a:r>
            <a:endParaRPr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C7681-81D4-B5B5-6FCE-C773D56D4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9BEB5-5FA2-4368-80A6-5F1378DA0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date-wise attendance</a:t>
            </a:r>
          </a:p>
          <a:p>
            <a:r>
              <a:rPr lang="en-US" dirty="0"/>
              <a:t>Develop GUI based application</a:t>
            </a:r>
          </a:p>
          <a:p>
            <a:r>
              <a:rPr lang="en-US" dirty="0"/>
              <a:t>Connect with database</a:t>
            </a:r>
          </a:p>
          <a:p>
            <a:r>
              <a:rPr lang="en-US" dirty="0"/>
              <a:t>Add login system for teachers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90458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project helped me understand real-world implementation of C programming.</a:t>
            </a:r>
          </a:p>
          <a:p>
            <a:r>
              <a:rPr lang="en-US" dirty="0"/>
              <a:t>The project successfully manages student attendance.</a:t>
            </a:r>
          </a:p>
          <a:p>
            <a:r>
              <a:rPr lang="en-US" dirty="0"/>
              <a:t>It improves efficiency and accuracy of attendance management.</a:t>
            </a:r>
          </a:p>
          <a:p>
            <a:r>
              <a:rPr lang="en-US" dirty="0"/>
              <a:t>This project enhanced my understanding of file handling and structures.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DA62E-F5F1-516B-3C73-933CD07715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693987"/>
            <a:ext cx="7772400" cy="1470025"/>
          </a:xfrm>
        </p:spPr>
        <p:txBody>
          <a:bodyPr>
            <a:normAutofit/>
          </a:bodyPr>
          <a:lstStyle/>
          <a:p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55546747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40</TotalTime>
  <Words>453</Words>
  <Application>Microsoft Office PowerPoint</Application>
  <PresentationFormat>On-screen Show (4:3)</PresentationFormat>
  <Paragraphs>87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 Light</vt:lpstr>
      <vt:lpstr>Rockwell</vt:lpstr>
      <vt:lpstr>Times New Roman</vt:lpstr>
      <vt:lpstr>Wingdings</vt:lpstr>
      <vt:lpstr>Atlas</vt:lpstr>
      <vt:lpstr>Student Attendance Management System</vt:lpstr>
      <vt:lpstr>Introduction</vt:lpstr>
      <vt:lpstr>Problem Statement</vt:lpstr>
      <vt:lpstr>Objective of the Project</vt:lpstr>
      <vt:lpstr>Scope of the Project</vt:lpstr>
      <vt:lpstr>Tools &amp; Technology Used</vt:lpstr>
      <vt:lpstr>System Design</vt:lpstr>
      <vt:lpstr>Data Structure Used</vt:lpstr>
      <vt:lpstr>File Handling</vt:lpstr>
      <vt:lpstr>Duplicate Roll Number Handling</vt:lpstr>
      <vt:lpstr>Project Functionalities</vt:lpstr>
      <vt:lpstr>Advantages &amp; Limitations</vt:lpstr>
      <vt:lpstr>Future Enhancements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SANTOSH KUMAR</cp:lastModifiedBy>
  <cp:revision>2</cp:revision>
  <dcterms:created xsi:type="dcterms:W3CDTF">2013-01-27T09:14:16Z</dcterms:created>
  <dcterms:modified xsi:type="dcterms:W3CDTF">2026-01-12T19:08:10Z</dcterms:modified>
  <cp:category/>
</cp:coreProperties>
</file>